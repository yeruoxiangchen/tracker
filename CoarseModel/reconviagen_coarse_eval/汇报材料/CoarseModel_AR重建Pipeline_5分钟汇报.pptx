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
</Relationships>
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goodmesh_preview.jpg"/><Relationship Id="rId3" Type="http://schemas.openxmlformats.org/officeDocument/2006/relationships/image" Target="../media/goodmesh_aligned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AR 系统下的物体级三维重建 Pipeline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5 分钟汇报：为什么需要 Mesh、CoarseModel 怎么接入、以及当前 Mesh 生成模型改进方向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77240" y="1325880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 b="1">
                <a:solidFill>
                  <a:srgbClr val="0F172A"/>
                </a:solidFill>
                <a:latin typeface="Microsoft YaHei"/>
                <a:ea typeface="Microsoft YaHei"/>
              </a:rPr>
              <a:t>核心问题：AR 系统能稳定追踪相机和空间，但物体级任务最终需要一个可对齐、可渲染、可优化的 Mesh。</a:t>
            </a:r>
            <a:endParaRPr lang="zh-CN" sz="200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21" name="Box 21"/>
          <p:cNvSpPr/>
          <p:nvPr/>
        </p:nvSpPr>
        <p:spPr>
          <a:xfrm>
            <a:off x="868680" y="2651760"/>
            <a:ext cx="20574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AR 采集
RGB / mask / pose</a:t>
            </a:r>
          </a:p>
        </p:txBody>
      </p:sp>
      <p:sp>
        <p:nvSpPr>
          <p:cNvPr id="22" name="Box 22"/>
          <p:cNvSpPr/>
          <p:nvPr/>
        </p:nvSpPr>
        <p:spPr>
          <a:xfrm>
            <a:off x="3246120" y="2651760"/>
            <a:ext cx="2057400" cy="7132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Mesh 初值
生成模型</a:t>
            </a:r>
          </a:p>
        </p:txBody>
      </p:sp>
      <p:sp>
        <p:nvSpPr>
          <p:cNvPr id="23" name="Box 23"/>
          <p:cNvSpPr/>
          <p:nvPr/>
        </p:nvSpPr>
        <p:spPr>
          <a:xfrm>
            <a:off x="5623560" y="2651760"/>
            <a:ext cx="2057400" cy="7132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CoarseModel
世界坐标对齐</a:t>
            </a:r>
          </a:p>
        </p:txBody>
      </p:sp>
      <p:sp>
        <p:nvSpPr>
          <p:cNvPr id="24" name="Box 24"/>
          <p:cNvSpPr/>
          <p:nvPr/>
        </p:nvSpPr>
        <p:spPr>
          <a:xfrm>
            <a:off x="8001000" y="2651760"/>
            <a:ext cx="2057400" cy="713232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pose / SLAM prior
提升 Mesh 精度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3886200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500">
                <a:solidFill>
                  <a:srgbClr val="374151"/>
                </a:solidFill>
                <a:latin typeface="Microsoft YaHei"/>
                <a:ea typeface="Microsoft YaHei"/>
              </a:rPr>
              <a:t>叙事顺序：AR 三维重建背景 → 我们的 AR pipeline → CoarseModel → 接 Mesh 生成模型 → Points-to-3D 启发下的修改。</a:t>
            </a:r>
            <a:endParaRPr lang="zh-CN" sz="1500">
              <a:solidFill>
                <a:srgbClr val="374151"/>
              </a:solidFill>
              <a:latin typeface="Microsoft YaHei"/>
              <a:ea typeface="Microsoft YaHei"/>
            </a:endParaRPr>
          </a:p>
        </p:txBody>
      </p:sp>
      <p:sp>
        <p:nvSpPr>
          <p:cNvPr id="901" name="TextBox 901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1/8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背景：AR 系统为什么还缺真正的 Mesh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从姿态感知到 SLAM/深度融合，AR 已经能理解空间，但物体级几何仍然不足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255" name="TextBox 255"/>
          <p:cNvSpPr txBox="1"/>
          <p:nvPr/>
        </p:nvSpPr>
        <p:spPr>
          <a:xfrm>
            <a:off x="777240" y="1417320"/>
            <a:ext cx="1060704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早期 AR 更偏 VIO / 水平仪式姿态估计：能知道手机怎么动，但没有稳定物体模型。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后续 SLAM 和深度融合可以得到相机轨迹、平面、稀疏点云或局部深度，但通常不是干净的物体 Mesh。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很多真实任务需要可碰撞、可渲染、可编辑、可复用的物体级 Mesh，而不只是相机轨迹或点云。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因此我们要把 AR 采集到的 RGB、mask、pose 转成一个能放回世界坐标的 Mesh。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40" name="Box 40"/>
          <p:cNvSpPr/>
          <p:nvPr/>
        </p:nvSpPr>
        <p:spPr>
          <a:xfrm>
            <a:off x="822960" y="4800600"/>
            <a:ext cx="196596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VIO / 姿态</a:t>
            </a:r>
          </a:p>
        </p:txBody>
      </p:sp>
      <p:sp>
        <p:nvSpPr>
          <p:cNvPr id="41" name="Box 41"/>
          <p:cNvSpPr/>
          <p:nvPr/>
        </p:nvSpPr>
        <p:spPr>
          <a:xfrm>
            <a:off x="3063240" y="4800600"/>
            <a:ext cx="1965960" cy="65836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SLAM 轨迹</a:t>
            </a:r>
          </a:p>
        </p:txBody>
      </p:sp>
      <p:sp>
        <p:nvSpPr>
          <p:cNvPr id="42" name="Box 42"/>
          <p:cNvSpPr/>
          <p:nvPr/>
        </p:nvSpPr>
        <p:spPr>
          <a:xfrm>
            <a:off x="5303520" y="4800600"/>
            <a:ext cx="196596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深度 / 点云</a:t>
            </a:r>
          </a:p>
        </p:txBody>
      </p:sp>
      <p:sp>
        <p:nvSpPr>
          <p:cNvPr id="43" name="Box 43"/>
          <p:cNvSpPr/>
          <p:nvPr/>
        </p:nvSpPr>
        <p:spPr>
          <a:xfrm>
            <a:off x="7543800" y="4800600"/>
            <a:ext cx="196596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物体 Mesh</a:t>
            </a:r>
          </a:p>
        </p:txBody>
      </p:sp>
      <p:sp>
        <p:nvSpPr>
          <p:cNvPr id="44" name="Box 44"/>
          <p:cNvSpPr/>
          <p:nvPr/>
        </p:nvSpPr>
        <p:spPr>
          <a:xfrm>
            <a:off x="9784080" y="4800600"/>
            <a:ext cx="1508760" cy="65836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可用资产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2/8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我们实现的 AR 物体重建 Pipeline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先把 AR 系统数据整理成可计算输入，再由 Mesh 生成模型和 CoarseModel 分工处理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60" name="Box 60"/>
          <p:cNvSpPr/>
          <p:nvPr/>
        </p:nvSpPr>
        <p:spPr>
          <a:xfrm>
            <a:off x="685800" y="1600200"/>
            <a:ext cx="150876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手机 AR
RGB + pose</a:t>
            </a:r>
          </a:p>
        </p:txBody>
      </p:sp>
      <p:sp>
        <p:nvSpPr>
          <p:cNvPr id="61" name="Box 61"/>
          <p:cNvSpPr/>
          <p:nvPr/>
        </p:nvSpPr>
        <p:spPr>
          <a:xfrm>
            <a:off x="2514600" y="1600200"/>
            <a:ext cx="1508760" cy="7132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SAM2
mask</a:t>
            </a:r>
          </a:p>
        </p:txBody>
      </p:sp>
      <p:sp>
        <p:nvSpPr>
          <p:cNvPr id="62" name="Box 62"/>
          <p:cNvSpPr/>
          <p:nvPr/>
        </p:nvSpPr>
        <p:spPr>
          <a:xfrm>
            <a:off x="4343400" y="1600200"/>
            <a:ext cx="1508760" cy="7132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输入 QC
覆盖筛选</a:t>
            </a:r>
          </a:p>
        </p:txBody>
      </p:sp>
      <p:sp>
        <p:nvSpPr>
          <p:cNvPr id="63" name="Box 63"/>
          <p:cNvSpPr/>
          <p:nvPr/>
        </p:nvSpPr>
        <p:spPr>
          <a:xfrm>
            <a:off x="6172200" y="1600200"/>
            <a:ext cx="1508760" cy="71323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F472B6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Mesh 生成
ReconViaGen</a:t>
            </a:r>
          </a:p>
        </p:txBody>
      </p:sp>
      <p:sp>
        <p:nvSpPr>
          <p:cNvPr id="64" name="Box 64"/>
          <p:cNvSpPr/>
          <p:nvPr/>
        </p:nvSpPr>
        <p:spPr>
          <a:xfrm>
            <a:off x="8001000" y="1600200"/>
            <a:ext cx="1508760" cy="713232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CoarseModel
TM2W</a:t>
            </a:r>
          </a:p>
        </p:txBody>
      </p:sp>
      <p:sp>
        <p:nvSpPr>
          <p:cNvPr id="65" name="Box 65"/>
          <p:cNvSpPr/>
          <p:nvPr/>
        </p:nvSpPr>
        <p:spPr>
          <a:xfrm>
            <a:off x="9829800" y="1600200"/>
            <a:ext cx="1508760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anchor="ctr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世界坐标
可用 Mesh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7240" y="2880360"/>
            <a:ext cx="1069848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当前工程主线：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server.py 把前端采集的原图、位姿和分割结果整理成 CoarseModel 数据集。</a:t>
            </a:r>
            <a:endParaRPr lang="zh-CN" sz="16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ReconViaGen/TRELLIS 负责从多视图图像生成物体粗 Mesh。</a:t>
            </a:r>
            <a:endParaRPr lang="zh-CN" sz="16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CoarseModel 负责把粗 Mesh 对齐到 AR 世界坐标，并输出 TM2W / scale / refine 结果。</a:t>
            </a:r>
            <a:endParaRPr lang="zh-CN" sz="16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新增实验用于验证 pose/SLAM point prior 是否能改善 Mesh 初值，不直接污染主流程。</a:t>
            </a:r>
            <a:endParaRPr lang="zh-CN" sz="16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903" name="TextBox 90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3/8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CoarseModel 思路：给定粗 Mesh，估计 Mesh 到世界坐标的变换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CoarseModel 不是生成器，而是利用多视图、mask 和相机位姿做对齐与优化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85800" y="1170432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输入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粗 Mesh / model_norm.obj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多视图 RGB 与 mask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COLMAP / AR camera pose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相机内参 K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685800" y="288036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输出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T_M2W：Mesh 到世界坐标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final_scale：尺度估计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投影可视化和诊断图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可选 deformation/refined_model.obj</a:t>
            </a:r>
            <a:endParaRPr lang="zh-CN" sz="14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82" name="Box 82"/>
          <p:cNvSpPr/>
          <p:nvPr/>
        </p:nvSpPr>
        <p:spPr>
          <a:xfrm>
            <a:off x="777240" y="4572000"/>
            <a:ext cx="178308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Stage 1
每帧数据</a:t>
            </a:r>
          </a:p>
        </p:txBody>
      </p:sp>
      <p:sp>
        <p:nvSpPr>
          <p:cNvPr id="83" name="Box 83"/>
          <p:cNvSpPr/>
          <p:nvPr/>
        </p:nvSpPr>
        <p:spPr>
          <a:xfrm>
            <a:off x="2788920" y="4572000"/>
            <a:ext cx="1783080" cy="5303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Stage 2
pose + scale</a:t>
            </a:r>
          </a:p>
        </p:txBody>
      </p:sp>
      <p:sp>
        <p:nvSpPr>
          <p:cNvPr id="84" name="Box 84"/>
          <p:cNvSpPr/>
          <p:nvPr/>
        </p:nvSpPr>
        <p:spPr>
          <a:xfrm>
            <a:off x="4800600" y="4572000"/>
            <a:ext cx="178308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Stage 3
变形优化</a:t>
            </a:r>
          </a:p>
        </p:txBody>
      </p:sp>
      <p:sp>
        <p:nvSpPr>
          <p:cNvPr id="85" name="Box 85"/>
          <p:cNvSpPr/>
          <p:nvPr/>
        </p:nvSpPr>
        <p:spPr>
          <a:xfrm>
            <a:off x="6812280" y="4572000"/>
            <a:ext cx="1783080" cy="530352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Stage 4
导出可视化</a:t>
            </a:r>
          </a:p>
        </p:txBody>
      </p:sp>
      <p:pic>
        <p:nvPicPr>
          <p:cNvPr id="86" name="GOOD_MESH_TEST 原始输入"/>
          <p:cNvPicPr/>
          <p:nvPr/>
        </p:nvPicPr>
        <p:blipFill>
          <a:blip r:embed="rId2"/>
          <a:stretch>
            <a:fillRect/>
          </a:stretch>
        </p:blipFill>
        <p:spPr>
          <a:xfrm>
            <a:off x="5166360" y="1216152"/>
            <a:ext cx="2788920" cy="208483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87" name="GOOD_MESH_TEST CoarseModel 对齐"/>
          <p:cNvPicPr/>
          <p:nvPr/>
        </p:nvPicPr>
        <p:blipFill>
          <a:blip r:embed="rId3"/>
          <a:stretch>
            <a:fillRect/>
          </a:stretch>
        </p:blipFill>
        <p:spPr>
          <a:xfrm>
            <a:off x="8458200" y="1216152"/>
            <a:ext cx="2788920" cy="208483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8" name="TextBox 88"/>
          <p:cNvSpPr txBox="1"/>
          <p:nvPr/>
        </p:nvSpPr>
        <p:spPr>
          <a:xfrm>
            <a:off x="5166360" y="340156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100" b="1">
                <a:solidFill>
                  <a:srgbClr val="334155"/>
                </a:solidFill>
                <a:latin typeface="Microsoft YaHei"/>
                <a:ea typeface="Microsoft YaHei"/>
              </a:rPr>
              <a:t>输入 preview</a:t>
            </a:r>
            <a:endParaRPr lang="zh-CN" sz="1100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8458200" y="340156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100" b="1">
                <a:solidFill>
                  <a:srgbClr val="334155"/>
                </a:solidFill>
                <a:latin typeface="Microsoft YaHei"/>
                <a:ea typeface="Microsoft YaHei"/>
              </a:rPr>
              <a:t>CoarseModel 投影对齐</a:t>
            </a:r>
            <a:endParaRPr lang="zh-CN" sz="1100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777240" y="53492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400" b="1">
                <a:solidFill>
                  <a:srgbClr val="374151"/>
                </a:solidFill>
                <a:latin typeface="Microsoft YaHei"/>
                <a:ea typeface="Microsoft YaHei"/>
              </a:rPr>
              <a:t>例子：即使 ReconViaGen 给的是粗 Mesh，只要整体形状可用，CoarseModel 仍能估计出基本正确的世界坐标对齐。</a:t>
            </a:r>
            <a:endParaRPr lang="zh-CN" sz="1400">
              <a:solidFill>
                <a:srgbClr val="374151"/>
              </a:solidFill>
              <a:latin typeface="Microsoft YaHei"/>
              <a:ea typeface="Microsoft YaHei"/>
            </a:endParaRPr>
          </a:p>
        </p:txBody>
      </p:sp>
      <p:sp>
        <p:nvSpPr>
          <p:cNvPr id="904" name="TextBox 90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4/8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为什么要接 Mesh 生成模型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CoarseModel 需要一个粗 Mesh；AR/SLAM 自身通常只提供点云、深度或局部几何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245" name="TextBox 245"/>
          <p:cNvSpPr txBox="1"/>
          <p:nvPr/>
        </p:nvSpPr>
        <p:spPr>
          <a:xfrm>
            <a:off x="777240" y="1325880"/>
            <a:ext cx="1051560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AR 系统能提供相机位姿和空间点，但这些点稀疏、噪声大，且通常混有背景。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传统 SLAM / 深度融合可以重建部分表面，但难以直接得到干净、封闭、可用的物体 Mesh。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ReconViaGen/TRELLIS 可以从多视图图像生成粗 Mesh，补足不可见区域和整体形状。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因此当前方案是：生成模型给 Mesh 初值，CoarseModel 用 AR pose 把它放回真实世界。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00" name="Box 100"/>
          <p:cNvSpPr/>
          <p:nvPr/>
        </p:nvSpPr>
        <p:spPr>
          <a:xfrm>
            <a:off x="822960" y="4709160"/>
            <a:ext cx="228600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SLAM 点云
真实但稀疏</a:t>
            </a:r>
          </a:p>
        </p:txBody>
      </p:sp>
      <p:sp>
        <p:nvSpPr>
          <p:cNvPr id="101" name="Box 101"/>
          <p:cNvSpPr/>
          <p:nvPr/>
        </p:nvSpPr>
        <p:spPr>
          <a:xfrm>
            <a:off x="3337560" y="4709160"/>
            <a:ext cx="228600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生成 Mesh
完整但可能偏</a:t>
            </a:r>
          </a:p>
        </p:txBody>
      </p:sp>
      <p:sp>
        <p:nvSpPr>
          <p:cNvPr id="102" name="Box 102"/>
          <p:cNvSpPr/>
          <p:nvPr/>
        </p:nvSpPr>
        <p:spPr>
          <a:xfrm>
            <a:off x="5852160" y="4709160"/>
            <a:ext cx="228600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CoarseModel
对齐真实世界</a:t>
            </a:r>
          </a:p>
        </p:txBody>
      </p:sp>
      <p:sp>
        <p:nvSpPr>
          <p:cNvPr id="103" name="Box 103"/>
          <p:cNvSpPr/>
          <p:nvPr/>
        </p:nvSpPr>
        <p:spPr>
          <a:xfrm>
            <a:off x="8366760" y="4709160"/>
            <a:ext cx="22860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pose/point prior
提升初值</a:t>
            </a:r>
          </a:p>
        </p:txBody>
      </p:sp>
      <p:sp>
        <p:nvSpPr>
          <p:cNvPr id="905" name="TextBox 905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5/8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当前进展：ReconViaGen 对输入图像覆盖度要求较高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覆盖好时 Mesh 可以进入 CoarseModel；覆盖不足或 mask/尺度不稳时，结果差异明显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245" name="TextBox 245"/>
          <p:cNvSpPr txBox="1"/>
          <p:nvPr/>
        </p:nvSpPr>
        <p:spPr>
          <a:xfrm>
            <a:off x="777240" y="1325880"/>
            <a:ext cx="1051560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GOOD_MESH_TEST 这种视角覆盖较好的序列，生成 Mesh 虽然不是完美，但已经能支撑 CoarseModel 对齐。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一些 reconviagen_2026 序列看起来类似，但 Mesh 质量差异很大，说明模型对覆盖、尺度、mask 和模糊较敏感。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因此我们先做输入帧筛选和覆盖度检查，避免明显不合格序列直接进入生成。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进一步考虑利用 AR 系统已有 pose，或 pose + SLAM 点云，让生成模型显式看到真实可观测几何。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20" name="Box 120"/>
          <p:cNvSpPr/>
          <p:nvPr/>
        </p:nvSpPr>
        <p:spPr>
          <a:xfrm>
            <a:off x="914400" y="4892040"/>
            <a:ext cx="237744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覆盖均匀</a:t>
            </a:r>
          </a:p>
        </p:txBody>
      </p:sp>
      <p:sp>
        <p:nvSpPr>
          <p:cNvPr id="121" name="Box 121"/>
          <p:cNvSpPr/>
          <p:nvPr/>
        </p:nvSpPr>
        <p:spPr>
          <a:xfrm>
            <a:off x="3566160" y="4892040"/>
            <a:ext cx="237744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主体尺度稳定</a:t>
            </a:r>
          </a:p>
        </p:txBody>
      </p:sp>
      <p:sp>
        <p:nvSpPr>
          <p:cNvPr id="122" name="Box 122"/>
          <p:cNvSpPr/>
          <p:nvPr/>
        </p:nvSpPr>
        <p:spPr>
          <a:xfrm>
            <a:off x="6217920" y="4892040"/>
            <a:ext cx="237744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mask 干净</a:t>
            </a:r>
          </a:p>
        </p:txBody>
      </p:sp>
      <p:sp>
        <p:nvSpPr>
          <p:cNvPr id="123" name="Box 123"/>
          <p:cNvSpPr/>
          <p:nvPr/>
        </p:nvSpPr>
        <p:spPr>
          <a:xfrm>
            <a:off x="8869680" y="4892040"/>
            <a:ext cx="2377440" cy="65836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700" b="1">
                <a:solidFill>
                  <a:srgbClr val="111827"/>
                </a:solidFill>
                <a:latin typeface="Microsoft YaHei"/>
                <a:ea typeface="Microsoft YaHei"/>
              </a:rPr>
              <a:t>pose / 点云增强</a:t>
            </a:r>
          </a:p>
        </p:txBody>
      </p:sp>
      <p:sp>
        <p:nvSpPr>
          <p:cNvPr id="906" name="TextBox 906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6/8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模型改进方向：借鉴 Points-to-3D，但输入换成 AR/SLAM prior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论文：Points-to-3D: Structure-Aware 3D Generation with Point Cloud Priors, arXiv:2603.18782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140" name="Box 140"/>
          <p:cNvSpPr/>
          <p:nvPr/>
        </p:nvSpPr>
        <p:spPr>
          <a:xfrm>
            <a:off x="685800" y="1417320"/>
            <a:ext cx="192024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Point cloud prior</a:t>
            </a:r>
          </a:p>
        </p:txBody>
      </p:sp>
      <p:sp>
        <p:nvSpPr>
          <p:cNvPr id="141" name="Box 141"/>
          <p:cNvSpPr/>
          <p:nvPr/>
        </p:nvSpPr>
        <p:spPr>
          <a:xfrm>
            <a:off x="2880360" y="1417320"/>
            <a:ext cx="192024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TRELLIS sparse
structure</a:t>
            </a:r>
          </a:p>
        </p:txBody>
      </p:sp>
      <p:sp>
        <p:nvSpPr>
          <p:cNvPr id="142" name="Box 142"/>
          <p:cNvSpPr/>
          <p:nvPr/>
        </p:nvSpPr>
        <p:spPr>
          <a:xfrm>
            <a:off x="5074920" y="1417320"/>
            <a:ext cx="192024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Structure
inpainting</a:t>
            </a:r>
          </a:p>
        </p:txBody>
      </p:sp>
      <p:sp>
        <p:nvSpPr>
          <p:cNvPr id="143" name="Box 143"/>
          <p:cNvSpPr/>
          <p:nvPr/>
        </p:nvSpPr>
        <p:spPr>
          <a:xfrm>
            <a:off x="7269480" y="1417320"/>
            <a:ext cx="192024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SLAT / Mesh
decoding</a:t>
            </a:r>
          </a:p>
        </p:txBody>
      </p:sp>
      <p:sp>
        <p:nvSpPr>
          <p:cNvPr id="144" name="Box 144"/>
          <p:cNvSpPr/>
          <p:nvPr/>
        </p:nvSpPr>
        <p:spPr>
          <a:xfrm>
            <a:off x="9464040" y="1417320"/>
            <a:ext cx="192024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anchor="ctr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Complete 3D
asset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633472" y="16002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→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46" name="TextBox 146"/>
          <p:cNvSpPr txBox="1"/>
          <p:nvPr/>
        </p:nvSpPr>
        <p:spPr>
          <a:xfrm>
            <a:off x="4828032" y="16002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→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47" name="TextBox 147"/>
          <p:cNvSpPr txBox="1"/>
          <p:nvPr/>
        </p:nvSpPr>
        <p:spPr>
          <a:xfrm>
            <a:off x="7022592" y="16002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→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48" name="TextBox 148"/>
          <p:cNvSpPr txBox="1"/>
          <p:nvPr/>
        </p:nvSpPr>
        <p:spPr>
          <a:xfrm>
            <a:off x="9217152" y="16002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→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49" name="TextBox 149"/>
          <p:cNvSpPr txBox="1"/>
          <p:nvPr/>
        </p:nvSpPr>
        <p:spPr>
          <a:xfrm>
            <a:off x="822960" y="2788920"/>
            <a:ext cx="516636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论文给我们的启发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点云先验可以约束 TRELLIS sparse structure。</a:t>
            </a:r>
            <a:endParaRPr lang="zh-CN" sz="15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保留已观测区域，再由模型补全不可见结构。</a:t>
            </a:r>
            <a:endParaRPr lang="zh-CN" sz="15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比单纯把 pose 编成特征更直接地影响几何。</a:t>
            </a:r>
            <a:endParaRPr lang="zh-CN" sz="15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50" name="TextBox 150"/>
          <p:cNvSpPr txBox="1"/>
          <p:nvPr/>
        </p:nvSpPr>
        <p:spPr>
          <a:xfrm>
            <a:off x="6263640" y="2788920"/>
            <a:ext cx="516636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我们的宏观修改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点云来源换成 AR/SLAM-like prior。</a:t>
            </a:r>
            <a:endParaRPr lang="zh-CN" sz="15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先验证 sparse flow 是否能利用真实观测几何。</a:t>
            </a:r>
            <a:endParaRPr lang="zh-CN" sz="15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再看端到端 Mesh 是否优于原始生成结果。</a:t>
            </a:r>
            <a:endParaRPr lang="zh-CN" sz="15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907" name="TextBox 907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7/8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下一步计划</a:t>
            </a:r>
            <a:endParaRPr lang="zh-CN" sz="2500">
              <a:solidFill>
                <a:srgbClr val="11182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目标：让 AR 系统得到真正可用、可对齐、可优化的物体 Mesh</a:t>
            </a:r>
            <a:endParaRPr lang="zh-CN" sz="10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240" name="TextBox 240"/>
          <p:cNvSpPr txBox="1"/>
          <p:nvPr/>
        </p:nvSpPr>
        <p:spPr>
          <a:xfrm>
            <a:off x="777240" y="1280160"/>
            <a:ext cx="10607040" cy="374903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1. 先跑真实 SLAM-like prior mesh smoke：stock_sparse / prior_sparse / stage2_correct 同场比较。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2. 补 strict-mask vs relaxed SLAM 点云 ablation，判断背景点是否污染 prior。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3. 让 Unity 前端上传原生 ARPointCloud，替代离线 SIFT 三角化，更贴近真实系统输入。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</a:rPr>
              <a:t>• 4. 如果 sparse-&gt;mesh 端到端收益稳定，再考虑 slat flow 适配；否则优先完善输入筛选和候选 rerank。</a:t>
            </a:r>
            <a:endParaRPr lang="zh-CN" sz="180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160" name="TextBox 160"/>
          <p:cNvSpPr txBox="1"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一句话总结：CoarseModel 负责把 Mesh 放进 AR 世界；ReconViaGen/TRELLIS 负责给 Mesh 初值；pose/SLAM prior 的价值是让这个初值更贴近真实观测。</a:t>
            </a:r>
            <a:endParaRPr lang="zh-CN" sz="150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908" name="TextBox 908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800">
                <a:solidFill>
                  <a:srgbClr val="6B7280"/>
                </a:solidFill>
                <a:latin typeface="Microsoft YaHei"/>
                <a:ea typeface="Microsoft YaHei"/>
              </a:rPr>
              <a:t>CoarseModel / ReconViaGen / TRELLIS point-prior pipeline    8/8</a:t>
            </a:r>
            <a:endParaRPr lang="zh-CN" sz="80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arseModel Theme">
  <a:themeElements>
    <a:clrScheme name="Offic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7C3AED"/>
      </a:accent4>
      <a:accent5>
        <a:srgbClr val="DB2777"/>
      </a:accent5>
      <a:accent6>
        <a:srgbClr val="0891B2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Generator</Application>
  <PresentationFormat>On-screen Show (16:9)</PresentationFormat>
  <Slides>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CoarseModel AR Reconstruction Pipeline</dc:title>
  <dc:creator>Codex</dc:creator>
  <cp:lastModifiedBy>Codex</cp:lastModifiedBy>
  <dcterms:created xsi:type="dcterms:W3CDTF">2026-06-23T02:15:15Z</dcterms:created>
  <dcterms:modified xsi:type="dcterms:W3CDTF">2026-06-23T02:15:15Z</dcterms:modified>
</cp:coreProperties>
</file>